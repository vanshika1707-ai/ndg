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5 Core Application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Labels &amp; Stickers</a:t>
            </a:r>
            <a:r>
              <a:rPr lang="en-US" dirty="0" smtClean="0"/>
              <a:t> – trims and other applications</a:t>
            </a:r>
            <a:endParaRPr dirty="0"/>
          </a:p>
          <a:p>
            <a:r>
              <a:rPr dirty="0"/>
              <a:t>Certificates &amp; Secure </a:t>
            </a:r>
            <a:r>
              <a:rPr dirty="0" smtClean="0"/>
              <a:t>Documents</a:t>
            </a:r>
            <a:r>
              <a:rPr lang="en-US" dirty="0" smtClean="0"/>
              <a:t> – with various convertors</a:t>
            </a:r>
            <a:endParaRPr dirty="0"/>
          </a:p>
          <a:p>
            <a:r>
              <a:rPr lang="en-US" dirty="0" smtClean="0"/>
              <a:t>P</a:t>
            </a:r>
            <a:r>
              <a:rPr dirty="0" smtClean="0"/>
              <a:t>rint </a:t>
            </a:r>
            <a:r>
              <a:rPr dirty="0" smtClean="0"/>
              <a:t>Applications</a:t>
            </a:r>
            <a:r>
              <a:rPr lang="en-US" dirty="0" smtClean="0"/>
              <a:t>- Tags &amp; coupon code.</a:t>
            </a:r>
            <a:endParaRPr dirty="0"/>
          </a:p>
          <a:p>
            <a:r>
              <a:rPr dirty="0"/>
              <a:t>Banking &amp; Security </a:t>
            </a:r>
            <a:r>
              <a:rPr dirty="0" smtClean="0"/>
              <a:t>Packaging</a:t>
            </a:r>
            <a:r>
              <a:rPr lang="en-US" dirty="0" smtClean="0"/>
              <a:t> – Envelopes</a:t>
            </a:r>
            <a:endParaRPr dirty="0"/>
          </a:p>
          <a:p>
            <a:r>
              <a:rPr dirty="0"/>
              <a:t>Retail Branding &amp; </a:t>
            </a:r>
            <a:r>
              <a:rPr dirty="0" smtClean="0"/>
              <a:t>Displa</a:t>
            </a:r>
            <a:r>
              <a:rPr lang="en-US" dirty="0" smtClean="0"/>
              <a:t>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Labels &amp; Stickers (High Volume)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Product labels (FMCG / </a:t>
            </a:r>
            <a:r>
              <a:rPr dirty="0" err="1"/>
              <a:t>Pharma</a:t>
            </a:r>
            <a:r>
              <a:rPr dirty="0"/>
              <a:t> / Retail)</a:t>
            </a:r>
          </a:p>
          <a:p>
            <a:r>
              <a:rPr dirty="0"/>
              <a:t>Barcode &amp; logistics labels</a:t>
            </a:r>
          </a:p>
          <a:p>
            <a:r>
              <a:rPr dirty="0"/>
              <a:t>Payment QR Code Stickers (UPI / </a:t>
            </a:r>
            <a:r>
              <a:rPr dirty="0" err="1"/>
              <a:t>Paytm</a:t>
            </a:r>
            <a:r>
              <a:rPr dirty="0"/>
              <a:t> / </a:t>
            </a:r>
            <a:r>
              <a:rPr dirty="0" err="1"/>
              <a:t>PhonePe</a:t>
            </a:r>
            <a:r>
              <a:rPr dirty="0"/>
              <a:t>)</a:t>
            </a:r>
          </a:p>
          <a:p>
            <a:r>
              <a:rPr dirty="0"/>
              <a:t>Coupon / promotional </a:t>
            </a:r>
            <a:r>
              <a:rPr dirty="0" smtClean="0"/>
              <a:t>stickers</a:t>
            </a:r>
            <a:endParaRPr lang="en-US" dirty="0" smtClean="0"/>
          </a:p>
          <a:p>
            <a:r>
              <a:rPr lang="en-US" dirty="0" err="1" smtClean="0"/>
              <a:t>Stitchable</a:t>
            </a:r>
            <a:r>
              <a:rPr lang="en-US" dirty="0" smtClean="0"/>
              <a:t> Labels</a:t>
            </a:r>
            <a:endParaRPr dirty="0"/>
          </a:p>
          <a:p>
            <a:r>
              <a:rPr b="1" dirty="0"/>
              <a:t>Products: PP &amp; Polyester Gum Sheets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Certificates &amp; Secure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Certificates &amp; mark sheets</a:t>
            </a:r>
          </a:p>
          <a:p>
            <a:r>
              <a:rPr dirty="0"/>
              <a:t>Coupon codes / scratch cards</a:t>
            </a:r>
          </a:p>
          <a:p>
            <a:r>
              <a:rPr dirty="0"/>
              <a:t>ID cards / admit cards</a:t>
            </a:r>
          </a:p>
          <a:p>
            <a:r>
              <a:rPr dirty="0"/>
              <a:t>Institutional documents</a:t>
            </a:r>
          </a:p>
          <a:p>
            <a:r>
              <a:rPr b="1" dirty="0"/>
              <a:t>Product: COSMO </a:t>
            </a:r>
            <a:r>
              <a:rPr b="1" dirty="0" smtClean="0"/>
              <a:t>Synthetic</a:t>
            </a:r>
            <a:r>
              <a:rPr lang="en-US" b="1" dirty="0" smtClean="0"/>
              <a:t>, DuPont </a:t>
            </a:r>
            <a:r>
              <a:rPr lang="en-US" b="1" dirty="0" err="1" smtClean="0"/>
              <a:t>Tyvek</a:t>
            </a:r>
            <a:endParaRPr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Premium Print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Restaurant / hotel menus</a:t>
            </a:r>
          </a:p>
          <a:p>
            <a:r>
              <a:rPr dirty="0"/>
              <a:t>Wedding cards (premium)</a:t>
            </a:r>
          </a:p>
          <a:p>
            <a:r>
              <a:rPr dirty="0"/>
              <a:t>Corporate presentation booklets</a:t>
            </a:r>
          </a:p>
          <a:p>
            <a:r>
              <a:rPr dirty="0"/>
              <a:t>Educational charts</a:t>
            </a:r>
          </a:p>
          <a:p>
            <a:r>
              <a:rPr b="1" dirty="0"/>
              <a:t>Products: </a:t>
            </a:r>
            <a:r>
              <a:rPr b="1" dirty="0" err="1"/>
              <a:t>Saraprint</a:t>
            </a:r>
            <a:r>
              <a:rPr b="1" dirty="0"/>
              <a:t> + </a:t>
            </a:r>
            <a:r>
              <a:rPr b="1" dirty="0" err="1" smtClean="0"/>
              <a:t>Saralam</a:t>
            </a:r>
            <a:r>
              <a:rPr lang="en-US" b="1" dirty="0" smtClean="0"/>
              <a:t>, COSMO Synthetic</a:t>
            </a:r>
            <a:endParaRPr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Banking &amp; Security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Gold loan envelopes</a:t>
            </a:r>
          </a:p>
          <a:p>
            <a:r>
              <a:rPr dirty="0"/>
              <a:t>Secure banking envelopes</a:t>
            </a:r>
          </a:p>
          <a:p>
            <a:r>
              <a:rPr dirty="0"/>
              <a:t>Card pouches</a:t>
            </a:r>
          </a:p>
          <a:p>
            <a:r>
              <a:rPr dirty="0"/>
              <a:t>Tamper-proof courier packaging</a:t>
            </a:r>
          </a:p>
          <a:p>
            <a:r>
              <a:rPr b="1" dirty="0"/>
              <a:t>Product: </a:t>
            </a:r>
            <a:r>
              <a:rPr b="1" dirty="0" err="1"/>
              <a:t>Tyvek</a:t>
            </a:r>
            <a:endParaRPr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 Branding &amp; 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Store branding</a:t>
            </a:r>
          </a:p>
          <a:p>
            <a:r>
              <a:rPr dirty="0"/>
              <a:t>Mall signage</a:t>
            </a:r>
          </a:p>
          <a:p>
            <a:r>
              <a:rPr dirty="0"/>
              <a:t>Wall graphics</a:t>
            </a:r>
          </a:p>
          <a:p>
            <a:r>
              <a:rPr dirty="0"/>
              <a:t>Backlit displays</a:t>
            </a:r>
          </a:p>
          <a:p>
            <a:r>
              <a:rPr b="1" dirty="0"/>
              <a:t>Products: Green Graphics + Backlit </a:t>
            </a:r>
            <a:r>
              <a:rPr b="1" dirty="0" smtClean="0"/>
              <a:t>Media</a:t>
            </a:r>
            <a:r>
              <a:rPr lang="en-US" b="1" dirty="0" smtClean="0"/>
              <a:t> (</a:t>
            </a:r>
            <a:r>
              <a:rPr lang="en-US" b="1" dirty="0" err="1" smtClean="0"/>
              <a:t>Polyplex</a:t>
            </a:r>
            <a:r>
              <a:rPr lang="en-US" b="1" dirty="0" smtClean="0"/>
              <a:t>)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176</Words>
  <Application>Microsoft Office PowerPoint</Application>
  <PresentationFormat>On-screen Show 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5 Core Application Areas</vt:lpstr>
      <vt:lpstr>Labels &amp; Stickers (High Volume)</vt:lpstr>
      <vt:lpstr>Certificates &amp; Secure Documents</vt:lpstr>
      <vt:lpstr>Premium Print Applications</vt:lpstr>
      <vt:lpstr>Banking &amp; Security Applications</vt:lpstr>
      <vt:lpstr>Retail Branding &amp; Display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Core Application Areas</dc:title>
  <dc:subject/>
  <dc:creator/>
  <cp:keywords/>
  <dc:description>generated using python-pptx</dc:description>
  <cp:lastModifiedBy>Hitesh Jain</cp:lastModifiedBy>
  <cp:revision>3</cp:revision>
  <dcterms:created xsi:type="dcterms:W3CDTF">2013-01-27T09:14:16Z</dcterms:created>
  <dcterms:modified xsi:type="dcterms:W3CDTF">2026-03-20T07:45:05Z</dcterms:modified>
  <cp:category/>
</cp:coreProperties>
</file>