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Amazing Media – Product Portfolio &amp; Market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Driving Digital &amp; Specialty Media Growth</a:t>
            </a:r>
          </a:p>
          <a:p>
            <a:r>
              <a:t>Presented by: Hitesh Jain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Align on what we sell</a:t>
            </a:r>
          </a:p>
          <a:p>
            <a:r>
              <a:rPr dirty="0"/>
              <a:t>Where we are strong</a:t>
            </a:r>
          </a:p>
          <a:p>
            <a:r>
              <a:rPr dirty="0"/>
              <a:t>Where we need to grow</a:t>
            </a:r>
          </a:p>
          <a:p>
            <a:endParaRPr dirty="0"/>
          </a:p>
          <a:p>
            <a:r>
              <a:rPr dirty="0"/>
              <a:t>Intent: Alignment, not instruction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50+ years legacy</a:t>
            </a:r>
          </a:p>
          <a:p>
            <a:r>
              <a:t>Strong relationships</a:t>
            </a:r>
          </a:p>
          <a:p>
            <a:r>
              <a:t>Trusted in market</a:t>
            </a:r>
          </a:p>
          <a:p>
            <a:endParaRPr/>
          </a:p>
          <a:p>
            <a:r>
              <a:t>Positioning: Strategic partner in digital printable media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Digital: </a:t>
            </a:r>
            <a:r>
              <a:rPr dirty="0" err="1"/>
              <a:t>Saraprint</a:t>
            </a:r>
            <a:r>
              <a:rPr dirty="0"/>
              <a:t>, </a:t>
            </a:r>
            <a:r>
              <a:rPr dirty="0" err="1"/>
              <a:t>Saralam</a:t>
            </a:r>
            <a:r>
              <a:rPr dirty="0"/>
              <a:t>, </a:t>
            </a:r>
            <a:r>
              <a:rPr lang="en-US" dirty="0" smtClean="0"/>
              <a:t>COSMO Synthetic, </a:t>
            </a:r>
            <a:r>
              <a:rPr dirty="0" smtClean="0"/>
              <a:t>Gum </a:t>
            </a:r>
            <a:r>
              <a:rPr dirty="0"/>
              <a:t>Sheets</a:t>
            </a:r>
          </a:p>
          <a:p>
            <a:r>
              <a:rPr dirty="0"/>
              <a:t>Specialty: </a:t>
            </a:r>
            <a:r>
              <a:rPr dirty="0" err="1"/>
              <a:t>Tyvek</a:t>
            </a:r>
            <a:r>
              <a:rPr dirty="0"/>
              <a:t>, </a:t>
            </a:r>
            <a:r>
              <a:rPr lang="en-US" dirty="0" smtClean="0"/>
              <a:t>Polyester Nonwoven</a:t>
            </a:r>
            <a:r>
              <a:rPr dirty="0" smtClean="0"/>
              <a:t>, </a:t>
            </a:r>
            <a:r>
              <a:rPr dirty="0"/>
              <a:t>COSMO </a:t>
            </a:r>
            <a:r>
              <a:rPr dirty="0" smtClean="0"/>
              <a:t>Synthetic</a:t>
            </a:r>
            <a:r>
              <a:rPr lang="en-US" dirty="0" smtClean="0"/>
              <a:t>, </a:t>
            </a:r>
            <a:r>
              <a:rPr lang="en-US" dirty="0" err="1" smtClean="0"/>
              <a:t>Polyplex</a:t>
            </a:r>
            <a:r>
              <a:rPr lang="en-US" dirty="0" smtClean="0"/>
              <a:t> </a:t>
            </a:r>
            <a:r>
              <a:rPr lang="en-US" dirty="0" err="1" smtClean="0"/>
              <a:t>Saraprint</a:t>
            </a:r>
            <a:r>
              <a:rPr lang="en-US" dirty="0" smtClean="0"/>
              <a:t> and SARALAM</a:t>
            </a:r>
            <a:endParaRPr dirty="0"/>
          </a:p>
          <a:p>
            <a:r>
              <a:rPr dirty="0"/>
              <a:t>Commodity: FBB, Art Board, </a:t>
            </a:r>
            <a:r>
              <a:rPr dirty="0" smtClean="0"/>
              <a:t>Chromo</a:t>
            </a:r>
            <a:r>
              <a:rPr lang="en-US" dirty="0" smtClean="0"/>
              <a:t>, Black Paper &amp; Boards</a:t>
            </a:r>
            <a:endParaRPr dirty="0"/>
          </a:p>
          <a:p>
            <a:r>
              <a:rPr dirty="0"/>
              <a:t>Emerging: Wide Format Media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Business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Saraprint</a:t>
            </a:r>
            <a:endParaRPr dirty="0"/>
          </a:p>
          <a:p>
            <a:r>
              <a:rPr dirty="0" err="1"/>
              <a:t>Saralam</a:t>
            </a:r>
            <a:endParaRPr dirty="0"/>
          </a:p>
          <a:p>
            <a:r>
              <a:rPr lang="en-US" dirty="0" smtClean="0"/>
              <a:t>Cosmo Synthetic</a:t>
            </a:r>
          </a:p>
          <a:p>
            <a:r>
              <a:rPr lang="en-US" dirty="0" err="1" smtClean="0"/>
              <a:t>Tyvek</a:t>
            </a:r>
            <a:endParaRPr lang="en-US" dirty="0"/>
          </a:p>
          <a:p>
            <a:r>
              <a:rPr lang="en-US" dirty="0" smtClean="0"/>
              <a:t>Polyester </a:t>
            </a:r>
            <a:r>
              <a:rPr lang="en-US" dirty="0" smtClean="0"/>
              <a:t>Nonwoven</a:t>
            </a:r>
            <a:endParaRPr dirty="0"/>
          </a:p>
          <a:p>
            <a:r>
              <a:rPr dirty="0"/>
              <a:t>Strong </a:t>
            </a:r>
            <a:r>
              <a:rPr dirty="0" smtClean="0"/>
              <a:t>relationships</a:t>
            </a:r>
            <a:r>
              <a:rPr lang="en-US" dirty="0" smtClean="0"/>
              <a:t> with printers and convertors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Supporting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Gum Sheets (PP/Polyester/Chromo)</a:t>
            </a:r>
          </a:p>
          <a:p>
            <a:r>
              <a:rPr dirty="0"/>
              <a:t>COSMO Synthetic</a:t>
            </a:r>
          </a:p>
          <a:p>
            <a:r>
              <a:rPr dirty="0"/>
              <a:t>Paper &amp; 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 Not Strong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Wide Format Segment</a:t>
            </a:r>
          </a:p>
          <a:p>
            <a:r>
              <a:rPr lang="en-US" dirty="0" smtClean="0"/>
              <a:t>Our self brand is not established</a:t>
            </a:r>
            <a:endParaRPr dirty="0"/>
          </a:p>
          <a:p>
            <a:r>
              <a:rPr dirty="0"/>
              <a:t>Dominated by </a:t>
            </a:r>
            <a:r>
              <a:rPr dirty="0" smtClean="0"/>
              <a:t>local brands</a:t>
            </a:r>
            <a:r>
              <a:rPr lang="en-US" dirty="0" smtClean="0"/>
              <a:t> and Chinese Materials.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Growth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Primary: </a:t>
            </a:r>
            <a:r>
              <a:rPr dirty="0" err="1"/>
              <a:t>Saraprint</a:t>
            </a:r>
            <a:r>
              <a:rPr dirty="0"/>
              <a:t>, </a:t>
            </a:r>
            <a:r>
              <a:rPr dirty="0" err="1"/>
              <a:t>Saralam</a:t>
            </a:r>
            <a:r>
              <a:rPr dirty="0"/>
              <a:t>, COSMO </a:t>
            </a:r>
            <a:r>
              <a:rPr dirty="0" smtClean="0"/>
              <a:t>Synthetic</a:t>
            </a:r>
            <a:r>
              <a:rPr lang="en-US" dirty="0" smtClean="0"/>
              <a:t>, </a:t>
            </a:r>
            <a:r>
              <a:rPr lang="en-US" dirty="0" err="1" smtClean="0"/>
              <a:t>Tyvek</a:t>
            </a:r>
            <a:r>
              <a:rPr lang="en-US" dirty="0" smtClean="0"/>
              <a:t>, Black Paper &amp; Board</a:t>
            </a:r>
            <a:endParaRPr dirty="0"/>
          </a:p>
          <a:p>
            <a:r>
              <a:rPr dirty="0"/>
              <a:t>Secondary: </a:t>
            </a:r>
            <a:r>
              <a:rPr lang="en-US" dirty="0" smtClean="0"/>
              <a:t>Digital </a:t>
            </a:r>
            <a:r>
              <a:rPr dirty="0" smtClean="0"/>
              <a:t>Gum Sheets</a:t>
            </a:r>
            <a:endParaRPr dirty="0"/>
          </a:p>
          <a:p>
            <a:r>
              <a:rPr dirty="0"/>
              <a:t>Long-term: Wide </a:t>
            </a:r>
            <a:r>
              <a:rPr dirty="0" smtClean="0"/>
              <a:t>Format</a:t>
            </a:r>
            <a:r>
              <a:rPr lang="en-US" dirty="0" smtClean="0"/>
              <a:t> Media by COSMO and </a:t>
            </a:r>
            <a:r>
              <a:rPr lang="en-US" dirty="0" err="1" smtClean="0"/>
              <a:t>Polyplex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COSMO Synthetic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Proven in NCR</a:t>
            </a:r>
          </a:p>
          <a:p>
            <a:r>
              <a:t>Application driven</a:t>
            </a:r>
          </a:p>
          <a:p>
            <a:r>
              <a:t>Key for regional expansion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80% NCR</a:t>
            </a:r>
          </a:p>
          <a:p>
            <a:r>
              <a:t>10-15% rest of North India</a:t>
            </a:r>
          </a:p>
          <a:p>
            <a:endParaRPr/>
          </a:p>
          <a:p>
            <a:r>
              <a:t>Opportunity: Expansion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Competitors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Tyvek</a:t>
            </a:r>
            <a:r>
              <a:rPr lang="en-US" dirty="0" smtClean="0"/>
              <a:t> is competing against </a:t>
            </a:r>
            <a:r>
              <a:rPr lang="en-US" dirty="0" err="1" smtClean="0"/>
              <a:t>Hypak</a:t>
            </a:r>
            <a:r>
              <a:rPr lang="en-US" dirty="0" smtClean="0"/>
              <a:t> (3 years old)</a:t>
            </a:r>
            <a:endParaRPr dirty="0"/>
          </a:p>
          <a:p>
            <a:r>
              <a:rPr lang="en-US" dirty="0" smtClean="0"/>
              <a:t>COSMO is competing against SRF Synthetic (3 year old)</a:t>
            </a:r>
          </a:p>
          <a:p>
            <a:r>
              <a:rPr lang="en-US" dirty="0" smtClean="0"/>
              <a:t>Wide format Media is competing against Chinese Nonwovens, LG, Avery, </a:t>
            </a:r>
            <a:r>
              <a:rPr lang="en-US" dirty="0" err="1" smtClean="0"/>
              <a:t>Orafol</a:t>
            </a:r>
            <a:r>
              <a:rPr lang="en-US" dirty="0" smtClean="0"/>
              <a:t>, 3M (Very old and established distributor network)</a:t>
            </a:r>
          </a:p>
          <a:p>
            <a:r>
              <a:rPr lang="en-US" dirty="0" smtClean="0"/>
              <a:t>Digital Gum sheets – Against Local Brands, Avery and other established convertors.</a:t>
            </a:r>
            <a:endParaRPr dirty="0"/>
          </a:p>
          <a:p>
            <a:endParaRPr dirty="0"/>
          </a:p>
          <a:p>
            <a:r>
              <a:rPr dirty="0"/>
              <a:t>Opportunity: Expansion</a:t>
            </a:r>
          </a:p>
        </p:txBody>
      </p:sp>
    </p:spTree>
    <p:extLst>
      <p:ext uri="{BB962C8B-B14F-4D97-AF65-F5344CB8AC3E}">
        <p14:creationId xmlns:p14="http://schemas.microsoft.com/office/powerpoint/2010/main" val="3027361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base exists</a:t>
            </a:r>
          </a:p>
          <a:p>
            <a:r>
              <a:t>Focus on expansion &amp; consistency</a:t>
            </a:r>
          </a:p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285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Amazing Media – Product Portfolio &amp; Market Alignment</vt:lpstr>
      <vt:lpstr>Context</vt:lpstr>
      <vt:lpstr>Our Foundation</vt:lpstr>
      <vt:lpstr>Product Portfolio</vt:lpstr>
      <vt:lpstr>Current Business Drivers</vt:lpstr>
      <vt:lpstr>Supporting Categories</vt:lpstr>
      <vt:lpstr>Where We Are Not Strong</vt:lpstr>
      <vt:lpstr>Growth Focus</vt:lpstr>
      <vt:lpstr>COSMO Synthetic Role</vt:lpstr>
      <vt:lpstr>Business Reality</vt:lpstr>
      <vt:lpstr>Competitors</vt:lpstr>
      <vt:lpstr>Closing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Amazing Media – Product Portfolio &amp; Market Alignment</dc:title>
  <dc:subject/>
  <dc:creator/>
  <cp:keywords/>
  <dc:description>generated using python-pptx</dc:description>
  <cp:lastModifiedBy>Hitesh Jain</cp:lastModifiedBy>
  <cp:revision>5</cp:revision>
  <dcterms:created xsi:type="dcterms:W3CDTF">2013-01-27T09:14:16Z</dcterms:created>
  <dcterms:modified xsi:type="dcterms:W3CDTF">2026-03-20T07:41:54Z</dcterms:modified>
  <cp:category/>
</cp:coreProperties>
</file>